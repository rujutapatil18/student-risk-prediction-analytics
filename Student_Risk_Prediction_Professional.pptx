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104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 dirty="0">
                <a:solidFill>
                  <a:srgbClr val="02C39A"/>
                </a:solidFill>
              </a:rPr>
              <a:t>INTERNSHIP PROJECT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7772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Student Risk Prediction</a:t>
            </a:r>
            <a:endParaRPr lang="en-US" sz="3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Academic Performance</a:t>
            </a:r>
            <a:endParaRPr lang="en-US" sz="34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Analytics Dashboard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11480" y="3794760"/>
            <a:ext cx="10972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Presented by  Rujuta Patil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434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Python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740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7400" y="4434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Pandas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0332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03320" y="4434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49240" y="4434840"/>
            <a:ext cx="1508760" cy="347472"/>
          </a:xfrm>
          <a:prstGeom prst="roundRect">
            <a:avLst>
              <a:gd name="adj" fmla="val 1315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44348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</a:rPr>
              <a:t>Tableau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ABOUT THE INTERNSHIP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8988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748B"/>
                </a:solidFill>
              </a:rPr>
              <a:t>ORGANIZATION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2130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Paarsh Infotech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18688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1188720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3898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748B"/>
                </a:solidFill>
              </a:rPr>
              <a:t>DOMAIN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355848" y="2130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Data Analytics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71616" y="118872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71616" y="1188720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3898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08776" y="1847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64748B"/>
                </a:solidFill>
              </a:rPr>
              <a:t>DURATION</a:t>
            </a:r>
            <a:endParaRPr lang="en-US" sz="800" dirty="0"/>
          </a:p>
        </p:txBody>
      </p:sp>
      <p:sp>
        <p:nvSpPr>
          <p:cNvPr id="18" name="Text 13"/>
          <p:cNvSpPr/>
          <p:nvPr/>
        </p:nvSpPr>
        <p:spPr>
          <a:xfrm>
            <a:off x="6208776" y="2130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February 2026 – July 2026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5760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TECHNOLOGIES LEARNED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65760" y="3291840"/>
            <a:ext cx="1828800" cy="347472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2377440" y="3291840"/>
            <a:ext cx="1828800" cy="347472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37744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Pandas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389120" y="3291840"/>
            <a:ext cx="1828800" cy="347472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389120" y="3291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NumPy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65760" y="3794760"/>
            <a:ext cx="1828800" cy="347472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6576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Learning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2377440" y="3794760"/>
            <a:ext cx="1828800" cy="347472"/>
          </a:xfrm>
          <a:prstGeom prst="rect">
            <a:avLst/>
          </a:prstGeom>
          <a:solidFill>
            <a:srgbClr val="1E2761">
              <a:alpha val="92000"/>
            </a:srgbClr>
          </a:solidFill>
          <a:ln w="12700">
            <a:solidFill>
              <a:srgbClr val="1E2761">
                <a:alpha val="50000"/>
              </a:srgbClr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377440" y="379476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6400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Identification Gap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51560" y="16642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Difficulty identifying academically at-risk students early enough for intervention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6400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Manual Overhead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40680" y="16642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Traditional monitoring is time-consuming and lacks scalability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8803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880360"/>
            <a:ext cx="6400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63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No Analytics System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33558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Need for data-driven, analytics-based academic monitoring tools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880360"/>
            <a:ext cx="41148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54880" y="2880360"/>
            <a:ext cx="64008" cy="14813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63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40680" y="3017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Visualization Void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40680" y="33558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Lack of an interactive visualization and prediction system for educators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62179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0700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Analyze student academic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23160"/>
            <a:ext cx="62179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2316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07008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Predict student risk levels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611880"/>
            <a:ext cx="62179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61188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07008" y="37490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Identify attendance and study patterns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23444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234440"/>
            <a:ext cx="62179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3444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04688" y="13716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Build interactive Tableau 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931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23160"/>
            <a:ext cx="621792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42316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04688" y="2560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Generate meaningful academic insights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188720"/>
            <a:ext cx="1508760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38912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Python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1965960"/>
            <a:ext cx="960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21031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Data Processing &amp; Scripting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29968" y="1188720"/>
            <a:ext cx="1508760" cy="3291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1408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Pandas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304288" y="1965960"/>
            <a:ext cx="960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21408" y="21031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Data Analysis &amp; Manipulation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12464" y="1188720"/>
            <a:ext cx="1508760" cy="3291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NumPy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86784" y="1965960"/>
            <a:ext cx="960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21031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Numerical Operations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94960" y="1188720"/>
            <a:ext cx="1508760" cy="3291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Scikit-learn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69280" y="1965960"/>
            <a:ext cx="960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1031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Machine Learning Models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77456" y="1188720"/>
            <a:ext cx="1508760" cy="32918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68896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Tableau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51776" y="1965960"/>
            <a:ext cx="960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68896" y="2103120"/>
            <a:ext cx="1325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Dashboard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5146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</a:rPr>
              <a:t>1,100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Total Records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Student data 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5146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</a:rPr>
              <a:t>11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46120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Input variables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18872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88720"/>
            <a:ext cx="25146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1732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</a:rPr>
              <a:t>3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35040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340"/>
                </a:solidFill>
              </a:rPr>
              <a:t>Risk Categories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3504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Low · Medium · High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RISK DISTRIBUTION CATEGORIES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192024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LOW RISK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794760"/>
            <a:ext cx="19202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MEDIUM RISK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1920240" cy="5943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79476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 RISK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202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2588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18928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234440"/>
            <a:ext cx="19202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132588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892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8928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234440"/>
            <a:ext cx="19202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2588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892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Exploratory Data Analysis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37960" y="189280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234440"/>
            <a:ext cx="192024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32588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1892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971800"/>
            <a:ext cx="1920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0632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630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 Learning Model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240280" y="363016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2971800"/>
            <a:ext cx="192024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0" y="30632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606040" y="3630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Prediction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3630168"/>
            <a:ext cx="2286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17720" y="2971800"/>
            <a:ext cx="1920240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0632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754880" y="36301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Tableau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MACHINE LEARNING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3840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64748B"/>
                </a:solidFill>
              </a:rPr>
              <a:t>Model Used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1907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Random Forest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</a:rPr>
              <a:t>Classifier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4747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432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4748B"/>
                </a:solidFill>
              </a:rPr>
              <a:t>Why Random Forest?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1089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Handles non-linear relationships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Robust to overfitting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Works well with mixed feature types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</a:rPr>
              <a:t>Interpretable feature importance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411480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</a:rPr>
              <a:t>RISK CATEGORIES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Low · Medium · High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971800"/>
            <a:ext cx="411480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136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CADCFC"/>
                </a:solidFill>
              </a:rPr>
              <a:t>MODEL ACCURACY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34472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</a:rPr>
              <a:t>~89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Validated on test set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TABLEAU DASHBOARD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1612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Risk Prediction &amp; Academic Performance Analytics Dashboard</a:t>
            </a:r>
            <a:endParaRPr lang="en-US" sz="1100" dirty="0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FEBF75D2-E546-E60C-EF17-8DA908DD0527}"/>
              </a:ext>
            </a:extLst>
          </p:cNvPr>
          <p:cNvSpPr/>
          <p:nvPr/>
        </p:nvSpPr>
        <p:spPr>
          <a:xfrm>
            <a:off x="1600200" y="278482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Student Risk Prediction &amp; Academic Performance Analytics Dashboard</a:t>
            </a:r>
            <a:endParaRPr lang="en-US" sz="110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E10EBE3-9A6C-18B1-3751-03453CAED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631" y="979210"/>
            <a:ext cx="5885638" cy="41642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INSIGHTS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389888"/>
            <a:ext cx="530352" cy="530352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47218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Risk Distribution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07008" y="1691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Most students fall into the MEDIUM risk category, indicating a common performance cluster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73752" y="1389888"/>
            <a:ext cx="530352" cy="530352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47218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0408" y="13258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Attendance Impact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550408" y="1691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Higher attendance rates are directly correlated with improved academic performance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9260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0352" y="3127248"/>
            <a:ext cx="530352" cy="530352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320954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07008" y="30632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Study Hours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207008" y="3429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Students dedicating more study hours consistently perform better across all risk categories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26080"/>
            <a:ext cx="40690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73752" y="3127248"/>
            <a:ext cx="530352" cy="530352"/>
          </a:xfrm>
          <a:prstGeom prst="ellipse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028090">
                <a:alpha val="85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6048" y="320954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50408" y="30632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High-Risk Students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550408" y="34290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HIGH risk students are comparatively fewer, enabling targeted intervention strategies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CHALLENGES FACED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82296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53312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Handling 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53312" y="165506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Identifying and applying appropriate imputation strategies for incomplete student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94560"/>
            <a:ext cx="82296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9456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53312" y="2286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Preprocessing Categorical 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53312" y="261518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Encoding and normalizing categorical variables for effective machine learning model training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154680"/>
            <a:ext cx="82296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5468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53312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Dashboard Layout Management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53312" y="357530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Designing clear, intuitive Tableau layouts that communicate insights effectively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8412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114800"/>
            <a:ext cx="822960" cy="8046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14800"/>
            <a:ext cx="82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53312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Selecting Suitable ML Model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53312" y="4535424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Evaluating multiple classifiers and tuning hyperparameters to achieve optimal prediction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9848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Real-time Monitoring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69848" y="17556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Live student data integration for continuous risk assessment and alerts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188720"/>
            <a:ext cx="4069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173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3716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Faculty Alert System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13248" y="175564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Automated notifications to faculty for timely intervention with at-risk students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9718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2971800"/>
            <a:ext cx="4069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0040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9848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Mobile Dashboard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69848" y="3538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Responsive mobile app for access to analytics and insights on the go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29718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09160" y="2971800"/>
            <a:ext cx="406908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20040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13248" y="3154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AI-based Recommendations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413248" y="353872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Personalized academic recommendations driven by AI for each student profile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44475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Successfully completed the full analytics workflow — from raw data collection to Tableau dashboard deployment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4688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46888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4320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63347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Significantly improved proficiency in Python, Pandas, NumPy, Scikit-learn, and ML concepts through hands-on project work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65760" y="365760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65760" y="3657600"/>
            <a:ext cx="64008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3192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822192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340"/>
                </a:solidFill>
              </a:rPr>
              <a:t>Built an interactive, multi-view Tableau dashboard enabling educators to monitor student risk levels at a glance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3716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800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13716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Student Risk Prediction &amp; Academic Performance Analytics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3520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</a:rPr>
              <a:t>Presented by  Rujuta Patil  |  Paarsh Infotech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509</Words>
  <Application>Microsoft Office PowerPoint</Application>
  <PresentationFormat>On-screen Show (16:9)</PresentationFormat>
  <Paragraphs>152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Risk Prediction and Academic Performance Analytics Dashboard</dc:title>
  <dc:subject>PptxGenJS Presentation</dc:subject>
  <dc:creator>PptxGenJS</dc:creator>
  <cp:lastModifiedBy>Rujuta Patil</cp:lastModifiedBy>
  <cp:revision>4</cp:revision>
  <dcterms:created xsi:type="dcterms:W3CDTF">2026-05-26T08:37:51Z</dcterms:created>
  <dcterms:modified xsi:type="dcterms:W3CDTF">2026-05-26T17:40:51Z</dcterms:modified>
</cp:coreProperties>
</file>